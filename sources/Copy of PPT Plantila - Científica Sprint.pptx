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otham" charset="1" panose="00000000000000000000"/>
      <p:regular r:id="rId11"/>
    </p:embeddedFont>
    <p:embeddedFont>
      <p:font typeface="Gotham Bol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273021"/>
            <a:ext cx="142875" cy="856998"/>
            <a:chOff x="0" y="0"/>
            <a:chExt cx="37630" cy="225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630" cy="225711"/>
            </a:xfrm>
            <a:custGeom>
              <a:avLst/>
              <a:gdLst/>
              <a:ahLst/>
              <a:cxnLst/>
              <a:rect r="r" b="b" t="t" l="l"/>
              <a:pathLst>
                <a:path h="225711" w="37630">
                  <a:moveTo>
                    <a:pt x="0" y="0"/>
                  </a:moveTo>
                  <a:lnTo>
                    <a:pt x="37630" y="0"/>
                  </a:lnTo>
                  <a:lnTo>
                    <a:pt x="37630" y="225711"/>
                  </a:lnTo>
                  <a:lnTo>
                    <a:pt x="0" y="225711"/>
                  </a:lnTo>
                  <a:close/>
                </a:path>
              </a:pathLst>
            </a:custGeom>
            <a:solidFill>
              <a:srgbClr val="F68D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7630" cy="244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79454" y="7290604"/>
            <a:ext cx="3532791" cy="80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57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Ponente:</a:t>
            </a:r>
          </a:p>
          <a:p>
            <a:pPr algn="l">
              <a:lnSpc>
                <a:spcPts val="3221"/>
              </a:lnSpc>
            </a:pPr>
            <a:r>
              <a:rPr lang="en-US" sz="2577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Nombre del Ponente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8985" y="2396704"/>
            <a:ext cx="3236313" cy="68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2"/>
              </a:lnSpc>
            </a:pPr>
            <a:r>
              <a:rPr lang="en-US" sz="432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Sesión #00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14459"/>
            <a:ext cx="7687866" cy="26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11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Título de la</a:t>
            </a:r>
          </a:p>
          <a:p>
            <a:pPr algn="l">
              <a:lnSpc>
                <a:spcPts val="9900"/>
              </a:lnSpc>
            </a:pPr>
            <a:r>
              <a:rPr lang="en-US" sz="11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ponencia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2047875"/>
          </a:xfrm>
          <a:custGeom>
            <a:avLst/>
            <a:gdLst/>
            <a:ahLst/>
            <a:cxnLst/>
            <a:rect r="r" b="b" t="t" l="l"/>
            <a:pathLst>
              <a:path h="2047875" w="18288000">
                <a:moveTo>
                  <a:pt x="0" y="0"/>
                </a:moveTo>
                <a:lnTo>
                  <a:pt x="18288000" y="0"/>
                </a:lnTo>
                <a:lnTo>
                  <a:pt x="18288000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023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9970"/>
            <a:ext cx="2727197" cy="1302682"/>
          </a:xfrm>
          <a:custGeom>
            <a:avLst/>
            <a:gdLst/>
            <a:ahLst/>
            <a:cxnLst/>
            <a:rect r="r" b="b" t="t" l="l"/>
            <a:pathLst>
              <a:path h="1302682" w="2727197">
                <a:moveTo>
                  <a:pt x="0" y="0"/>
                </a:moveTo>
                <a:lnTo>
                  <a:pt x="2727197" y="0"/>
                </a:lnTo>
                <a:lnTo>
                  <a:pt x="2727197" y="1302682"/>
                </a:lnTo>
                <a:lnTo>
                  <a:pt x="0" y="1302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53" t="-175750" r="-26226" b="-14302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46552" y="665171"/>
            <a:ext cx="6012748" cy="772280"/>
          </a:xfrm>
          <a:custGeom>
            <a:avLst/>
            <a:gdLst/>
            <a:ahLst/>
            <a:cxnLst/>
            <a:rect r="r" b="b" t="t" l="l"/>
            <a:pathLst>
              <a:path h="772280" w="6012748">
                <a:moveTo>
                  <a:pt x="0" y="0"/>
                </a:moveTo>
                <a:lnTo>
                  <a:pt x="6012748" y="0"/>
                </a:lnTo>
                <a:lnTo>
                  <a:pt x="6012748" y="772280"/>
                </a:lnTo>
                <a:lnTo>
                  <a:pt x="0" y="77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" t="0" r="-6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273021"/>
            <a:ext cx="142875" cy="856998"/>
            <a:chOff x="0" y="0"/>
            <a:chExt cx="37630" cy="225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630" cy="225711"/>
            </a:xfrm>
            <a:custGeom>
              <a:avLst/>
              <a:gdLst/>
              <a:ahLst/>
              <a:cxnLst/>
              <a:rect r="r" b="b" t="t" l="l"/>
              <a:pathLst>
                <a:path h="225711" w="37630">
                  <a:moveTo>
                    <a:pt x="0" y="0"/>
                  </a:moveTo>
                  <a:lnTo>
                    <a:pt x="37630" y="0"/>
                  </a:lnTo>
                  <a:lnTo>
                    <a:pt x="37630" y="225711"/>
                  </a:lnTo>
                  <a:lnTo>
                    <a:pt x="0" y="225711"/>
                  </a:lnTo>
                  <a:close/>
                </a:path>
              </a:pathLst>
            </a:custGeom>
            <a:solidFill>
              <a:srgbClr val="F68D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7630" cy="244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79454" y="7290604"/>
            <a:ext cx="3532791" cy="80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57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Ponente:</a:t>
            </a:r>
          </a:p>
          <a:p>
            <a:pPr algn="l">
              <a:lnSpc>
                <a:spcPts val="3221"/>
              </a:lnSpc>
            </a:pPr>
            <a:r>
              <a:rPr lang="en-US" sz="2577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Nombre del Ponente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14459"/>
            <a:ext cx="7687866" cy="26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11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Título de la</a:t>
            </a:r>
          </a:p>
          <a:p>
            <a:pPr algn="l">
              <a:lnSpc>
                <a:spcPts val="9900"/>
              </a:lnSpc>
            </a:pPr>
            <a:r>
              <a:rPr lang="en-US" sz="11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ponencia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8985" y="2396704"/>
            <a:ext cx="3236313" cy="68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2"/>
              </a:lnSpc>
            </a:pPr>
            <a:r>
              <a:rPr lang="en-US" sz="432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Sesión #00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DAHYU9ZHe38</dc:identifier>
  <dcterms:modified xsi:type="dcterms:W3CDTF">2011-08-01T06:04:30Z</dcterms:modified>
  <cp:revision>1</cp:revision>
  <dc:title>Copy of PPT Plantila - Científica Sprint</dc:title>
</cp:coreProperties>
</file>